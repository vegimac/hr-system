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44551600" cy="3149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59914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559914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559914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559914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559914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559914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559914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559914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559914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623"/>
    <a:srgbClr val="DE3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7989" autoAdjust="0"/>
  </p:normalViewPr>
  <p:slideViewPr>
    <p:cSldViewPr snapToGrid="0">
      <p:cViewPr varScale="1">
        <p:scale>
          <a:sx n="13" d="100"/>
          <a:sy n="13" d="100"/>
        </p:scale>
        <p:origin x="14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tting Sarah" userId="915f4a44-cdaf-43bf-badf-fb48c5ef95fc" providerId="ADAL" clId="{AD2A52C3-5ECC-4FE3-95B8-F9FBE5E47B1B}"/>
    <pc:docChg chg="undo custSel modSld">
      <pc:chgData name="Cotting Sarah" userId="915f4a44-cdaf-43bf-badf-fb48c5ef95fc" providerId="ADAL" clId="{AD2A52C3-5ECC-4FE3-95B8-F9FBE5E47B1B}" dt="2023-06-27T07:15:23.834" v="182"/>
      <pc:docMkLst>
        <pc:docMk/>
      </pc:docMkLst>
      <pc:sldChg chg="modSp mod modNotesTx">
        <pc:chgData name="Cotting Sarah" userId="915f4a44-cdaf-43bf-badf-fb48c5ef95fc" providerId="ADAL" clId="{AD2A52C3-5ECC-4FE3-95B8-F9FBE5E47B1B}" dt="2023-06-27T07:14:22.244" v="173"/>
        <pc:sldMkLst>
          <pc:docMk/>
          <pc:sldMk cId="0" sldId="256"/>
        </pc:sldMkLst>
        <pc:spChg chg="mod">
          <ac:chgData name="Cotting Sarah" userId="915f4a44-cdaf-43bf-badf-fb48c5ef95fc" providerId="ADAL" clId="{AD2A52C3-5ECC-4FE3-95B8-F9FBE5E47B1B}" dt="2023-06-27T07:09:04.451" v="27" actId="20577"/>
          <ac:spMkLst>
            <pc:docMk/>
            <pc:sldMk cId="0" sldId="256"/>
            <ac:spMk id="154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09:50.373" v="28"/>
          <ac:spMkLst>
            <pc:docMk/>
            <pc:sldMk cId="0" sldId="256"/>
            <ac:spMk id="155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0:08.888" v="29"/>
          <ac:spMkLst>
            <pc:docMk/>
            <pc:sldMk cId="0" sldId="256"/>
            <ac:spMk id="157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2:08.932" v="81"/>
          <ac:spMkLst>
            <pc:docMk/>
            <pc:sldMk cId="0" sldId="256"/>
            <ac:spMk id="159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3:53.343" v="172"/>
          <ac:spMkLst>
            <pc:docMk/>
            <pc:sldMk cId="0" sldId="256"/>
            <ac:spMk id="161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3:48.739" v="169"/>
          <ac:spMkLst>
            <pc:docMk/>
            <pc:sldMk cId="0" sldId="256"/>
            <ac:spMk id="164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2:24.300" v="103" actId="20577"/>
          <ac:spMkLst>
            <pc:docMk/>
            <pc:sldMk cId="0" sldId="256"/>
            <ac:spMk id="166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3:50.341" v="170"/>
          <ac:spMkLst>
            <pc:docMk/>
            <pc:sldMk cId="0" sldId="256"/>
            <ac:spMk id="168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3:51.958" v="171"/>
          <ac:spMkLst>
            <pc:docMk/>
            <pc:sldMk cId="0" sldId="256"/>
            <ac:spMk id="170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2:45.520" v="117" actId="20577"/>
          <ac:spMkLst>
            <pc:docMk/>
            <pc:sldMk cId="0" sldId="256"/>
            <ac:spMk id="172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3:14.610" v="130" actId="20577"/>
          <ac:spMkLst>
            <pc:docMk/>
            <pc:sldMk cId="0" sldId="256"/>
            <ac:spMk id="174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3:41.359" v="166" actId="20577"/>
          <ac:spMkLst>
            <pc:docMk/>
            <pc:sldMk cId="0" sldId="256"/>
            <ac:spMk id="176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3:44.372" v="168" actId="20577"/>
          <ac:spMkLst>
            <pc:docMk/>
            <pc:sldMk cId="0" sldId="256"/>
            <ac:spMk id="177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3:22.598" v="143" actId="20577"/>
          <ac:spMkLst>
            <pc:docMk/>
            <pc:sldMk cId="0" sldId="256"/>
            <ac:spMk id="178" creationId="{00000000-0000-0000-0000-000000000000}"/>
          </ac:spMkLst>
        </pc:spChg>
      </pc:sldChg>
      <pc:sldChg chg="modSp mod modNotesTx">
        <pc:chgData name="Cotting Sarah" userId="915f4a44-cdaf-43bf-badf-fb48c5ef95fc" providerId="ADAL" clId="{AD2A52C3-5ECC-4FE3-95B8-F9FBE5E47B1B}" dt="2023-06-27T07:15:23.834" v="182"/>
        <pc:sldMkLst>
          <pc:docMk/>
          <pc:sldMk cId="0" sldId="257"/>
        </pc:sldMkLst>
        <pc:spChg chg="mod">
          <ac:chgData name="Cotting Sarah" userId="915f4a44-cdaf-43bf-badf-fb48c5ef95fc" providerId="ADAL" clId="{AD2A52C3-5ECC-4FE3-95B8-F9FBE5E47B1B}" dt="2023-06-27T07:14:51.117" v="178"/>
          <ac:spMkLst>
            <pc:docMk/>
            <pc:sldMk cId="0" sldId="257"/>
            <ac:spMk id="183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0:30.939" v="32"/>
          <ac:spMkLst>
            <pc:docMk/>
            <pc:sldMk cId="0" sldId="257"/>
            <ac:spMk id="188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0:22.148" v="31"/>
          <ac:spMkLst>
            <pc:docMk/>
            <pc:sldMk cId="0" sldId="257"/>
            <ac:spMk id="191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4:57.962" v="179"/>
          <ac:spMkLst>
            <pc:docMk/>
            <pc:sldMk cId="0" sldId="257"/>
            <ac:spMk id="193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5:16.747" v="181"/>
          <ac:spMkLst>
            <pc:docMk/>
            <pc:sldMk cId="0" sldId="257"/>
            <ac:spMk id="195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5:23.834" v="182"/>
          <ac:spMkLst>
            <pc:docMk/>
            <pc:sldMk cId="0" sldId="257"/>
            <ac:spMk id="197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5:06.562" v="180"/>
          <ac:spMkLst>
            <pc:docMk/>
            <pc:sldMk cId="0" sldId="257"/>
            <ac:spMk id="199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0:13.918" v="30"/>
          <ac:spMkLst>
            <pc:docMk/>
            <pc:sldMk cId="0" sldId="257"/>
            <ac:spMk id="201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4:43.019" v="177"/>
          <ac:spMkLst>
            <pc:docMk/>
            <pc:sldMk cId="0" sldId="257"/>
            <ac:spMk id="203" creationId="{00000000-0000-0000-0000-000000000000}"/>
          </ac:spMkLst>
        </pc:spChg>
        <pc:spChg chg="mod">
          <ac:chgData name="Cotting Sarah" userId="915f4a44-cdaf-43bf-badf-fb48c5ef95fc" providerId="ADAL" clId="{AD2A52C3-5ECC-4FE3-95B8-F9FBE5E47B1B}" dt="2023-06-27T07:14:35.196" v="176" actId="20577"/>
          <ac:spMkLst>
            <pc:docMk/>
            <pc:sldMk cId="0" sldId="257"/>
            <ac:spMk id="204" creationId="{00000000-0000-0000-0000-000000000000}"/>
          </ac:spMkLst>
        </pc:spChg>
      </pc:sldChg>
    </pc:docChg>
  </pc:docChgLst>
  <pc:docChgLst>
    <pc:chgData name="Stritzelberger Magali" userId="41def650-87b4-404a-9e4d-5d235b443cc4" providerId="ADAL" clId="{D8936F1A-289E-42C3-A1D0-3BCC346909D6}"/>
    <pc:docChg chg="modSld">
      <pc:chgData name="Stritzelberger Magali" userId="41def650-87b4-404a-9e4d-5d235b443cc4" providerId="ADAL" clId="{D8936F1A-289E-42C3-A1D0-3BCC346909D6}" dt="2023-06-27T16:41:54.635" v="9" actId="20577"/>
      <pc:docMkLst>
        <pc:docMk/>
      </pc:docMkLst>
      <pc:sldChg chg="modSp mod">
        <pc:chgData name="Stritzelberger Magali" userId="41def650-87b4-404a-9e4d-5d235b443cc4" providerId="ADAL" clId="{D8936F1A-289E-42C3-A1D0-3BCC346909D6}" dt="2023-06-27T16:41:32.807" v="4" actId="20577"/>
        <pc:sldMkLst>
          <pc:docMk/>
          <pc:sldMk cId="0" sldId="256"/>
        </pc:sldMkLst>
        <pc:spChg chg="mod">
          <ac:chgData name="Stritzelberger Magali" userId="41def650-87b4-404a-9e4d-5d235b443cc4" providerId="ADAL" clId="{D8936F1A-289E-42C3-A1D0-3BCC346909D6}" dt="2023-06-27T16:41:32.807" v="4" actId="20577"/>
          <ac:spMkLst>
            <pc:docMk/>
            <pc:sldMk cId="0" sldId="256"/>
            <ac:spMk id="154" creationId="{00000000-0000-0000-0000-000000000000}"/>
          </ac:spMkLst>
        </pc:spChg>
      </pc:sldChg>
      <pc:sldChg chg="modSp mod">
        <pc:chgData name="Stritzelberger Magali" userId="41def650-87b4-404a-9e4d-5d235b443cc4" providerId="ADAL" clId="{D8936F1A-289E-42C3-A1D0-3BCC346909D6}" dt="2023-06-27T16:41:54.635" v="9" actId="20577"/>
        <pc:sldMkLst>
          <pc:docMk/>
          <pc:sldMk cId="0" sldId="257"/>
        </pc:sldMkLst>
        <pc:spChg chg="mod">
          <ac:chgData name="Stritzelberger Magali" userId="41def650-87b4-404a-9e4d-5d235b443cc4" providerId="ADAL" clId="{D8936F1A-289E-42C3-A1D0-3BCC346909D6}" dt="2023-06-27T16:41:54.635" v="9" actId="20577"/>
          <ac:spMkLst>
            <pc:docMk/>
            <pc:sldMk cId="0" sldId="257"/>
            <ac:spMk id="18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4888" y="685800"/>
            <a:ext cx="48482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Um das Foto zu ändern, wähle das Bild aus, klicke mit der rechten Maustaste und wähle "Bild ändern".</a:t>
            </a:r>
          </a:p>
          <a:p>
            <a:r>
              <a:rPr lang="de-DE" dirty="0"/>
              <a:t>So behältst du das in der Vorlage vorgeschlagene runde Format bei.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611961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4888" y="685800"/>
            <a:ext cx="48482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Um das Foto zu ändern, wähle das Bild aus, klicke mit der rechten Maustaste und wähle "Bild ändern".</a:t>
            </a:r>
          </a:p>
          <a:p>
            <a:r>
              <a:rPr lang="de-DE" dirty="0"/>
              <a:t>So behältst du das in der Vorlage vorgeschlagene runde Format bei.</a:t>
            </a:r>
            <a:endParaRPr lang="fr-CH" dirty="0"/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430378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6686128" y="19389138"/>
            <a:ext cx="11179345" cy="444042"/>
          </a:xfrm>
          <a:prstGeom prst="rect">
            <a:avLst/>
          </a:prstGeom>
        </p:spPr>
        <p:txBody>
          <a:bodyPr anchor="b"/>
          <a:lstStyle>
            <a:lvl1pPr defTabSz="758237">
              <a:defRPr sz="3040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sz="quarter" idx="21"/>
          </p:nvPr>
        </p:nvSpPr>
        <p:spPr>
          <a:xfrm>
            <a:off x="15650551" y="10169121"/>
            <a:ext cx="17177319" cy="102879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6686128" y="16041549"/>
            <a:ext cx="11179344" cy="3180120"/>
          </a:xfrm>
          <a:prstGeom prst="rect">
            <a:avLst/>
          </a:prstGeom>
        </p:spPr>
        <p:txBody>
          <a:bodyPr/>
          <a:lstStyle/>
          <a:p>
            <a:r>
              <a:t>Presentation Title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686128" y="19172744"/>
            <a:ext cx="11179344" cy="664310"/>
          </a:xfrm>
          <a:prstGeom prst="rect">
            <a:avLst/>
          </a:prstGeom>
        </p:spPr>
        <p:txBody>
          <a:bodyPr/>
          <a:lstStyle/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6686128" y="11601613"/>
            <a:ext cx="11179345" cy="444042"/>
          </a:xfrm>
          <a:prstGeom prst="rect">
            <a:avLst/>
          </a:prstGeom>
        </p:spPr>
        <p:txBody>
          <a:bodyPr/>
          <a:lstStyle>
            <a:lvl1pPr defTabSz="758237">
              <a:defRPr sz="3040"/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872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 "/>
          <p:cNvSpPr>
            <a:spLocks noGrp="1"/>
          </p:cNvSpPr>
          <p:nvPr>
            <p:ph type="pic" sz="quarter" idx="21"/>
          </p:nvPr>
        </p:nvSpPr>
        <p:spPr>
          <a:xfrm>
            <a:off x="21136205" y="11528225"/>
            <a:ext cx="7265351" cy="84559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686128" y="15870311"/>
            <a:ext cx="4916955" cy="3895278"/>
          </a:xfrm>
          <a:prstGeom prst="rect">
            <a:avLst/>
          </a:prstGeom>
        </p:spPr>
        <p:txBody>
          <a:bodyPr/>
          <a:lstStyle/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6686128" y="11718180"/>
            <a:ext cx="4916955" cy="4225521"/>
          </a:xfrm>
          <a:prstGeom prst="rect">
            <a:avLst/>
          </a:prstGeom>
        </p:spPr>
        <p:txBody>
          <a:bodyPr/>
          <a:lstStyle>
            <a:lvl1pPr>
              <a:defRPr sz="19200" spc="-384"/>
            </a:lvl1pPr>
          </a:lstStyle>
          <a:p>
            <a:r>
              <a:t>Slide Title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937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686128" y="13901084"/>
            <a:ext cx="11179344" cy="5870991"/>
          </a:xfrm>
          <a:prstGeom prst="rect">
            <a:avLst/>
          </a:prstGeom>
        </p:spPr>
        <p:txBody>
          <a:bodyPr/>
          <a:lstStyle>
            <a:lvl1pPr marL="1219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1pPr>
            <a:lvl2pPr marL="1600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2pPr>
            <a:lvl3pPr marL="1981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3pPr>
            <a:lvl4pPr marL="2362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4pPr>
            <a:lvl5pPr marL="2743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6686128" y="12412031"/>
            <a:ext cx="11179345" cy="647005"/>
          </a:xfrm>
          <a:prstGeom prst="rect">
            <a:avLst/>
          </a:prstGeom>
        </p:spPr>
        <p:txBody>
          <a:bodyPr/>
          <a:lstStyle>
            <a:lvl1pPr defTabSz="758237">
              <a:defRPr sz="4560"/>
            </a:lvl1pPr>
          </a:lstStyle>
          <a:p>
            <a:r>
              <a:t>Slide Subtitle</a:t>
            </a:r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6686128" y="11475224"/>
            <a:ext cx="11179344" cy="978499"/>
          </a:xfrm>
          <a:prstGeom prst="rect">
            <a:avLst/>
          </a:prstGeom>
        </p:spPr>
        <p:txBody>
          <a:bodyPr anchor="t"/>
          <a:lstStyle>
            <a:lvl1pPr>
              <a:defRPr sz="19200" spc="-384"/>
            </a:lvl1pPr>
          </a:lstStyle>
          <a:p>
            <a:r>
              <a:t>Slide 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937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686128" y="13901084"/>
            <a:ext cx="11179344" cy="5870991"/>
          </a:xfrm>
          <a:prstGeom prst="rect">
            <a:avLst/>
          </a:prstGeom>
        </p:spPr>
        <p:txBody>
          <a:bodyPr numCol="2" spcCol="567604"/>
          <a:lstStyle>
            <a:lvl1pPr marL="1219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1pPr>
            <a:lvl2pPr marL="1600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2pPr>
            <a:lvl3pPr marL="1981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3pPr>
            <a:lvl4pPr marL="2362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4pPr>
            <a:lvl5pPr marL="2743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937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 and shaved parmesan cheese"/>
          <p:cNvSpPr>
            <a:spLocks noGrp="1"/>
          </p:cNvSpPr>
          <p:nvPr>
            <p:ph type="pic" sz="quarter" idx="21"/>
          </p:nvPr>
        </p:nvSpPr>
        <p:spPr>
          <a:xfrm>
            <a:off x="21957788" y="11626075"/>
            <a:ext cx="6210407" cy="828054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6686128" y="11479300"/>
            <a:ext cx="4916955" cy="978500"/>
          </a:xfrm>
          <a:prstGeom prst="rect">
            <a:avLst/>
          </a:prstGeom>
        </p:spPr>
        <p:txBody>
          <a:bodyPr anchor="t"/>
          <a:lstStyle>
            <a:lvl1pPr>
              <a:defRPr sz="19200" spc="-384"/>
            </a:lvl1pPr>
          </a:lstStyle>
          <a:p>
            <a:r>
              <a:t>Slide Title</a:t>
            </a:r>
          </a:p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6686128" y="12412031"/>
            <a:ext cx="4916955" cy="647005"/>
          </a:xfrm>
          <a:prstGeom prst="rect">
            <a:avLst/>
          </a:prstGeom>
        </p:spPr>
        <p:txBody>
          <a:bodyPr/>
          <a:lstStyle>
            <a:lvl1pPr defTabSz="758237">
              <a:defRPr sz="4560"/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686128" y="14402947"/>
            <a:ext cx="4916955" cy="5386710"/>
          </a:xfrm>
          <a:prstGeom prst="rect">
            <a:avLst/>
          </a:prstGeom>
        </p:spPr>
        <p:txBody>
          <a:bodyPr/>
          <a:lstStyle>
            <a:lvl1pPr marL="1219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1pPr>
            <a:lvl2pPr marL="1600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2pPr>
            <a:lvl3pPr marL="1981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3pPr>
            <a:lvl4pPr marL="2362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4pPr>
            <a:lvl5pPr marL="2743200" indent="-1219200" defTabSz="5599148">
              <a:lnSpc>
                <a:spcPct val="90000"/>
              </a:lnSpc>
              <a:spcBef>
                <a:spcPts val="10300"/>
              </a:spcBef>
              <a:buSzPct val="123000"/>
              <a:buChar char="•"/>
              <a:defRPr sz="9600" b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937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6686128" y="14157940"/>
            <a:ext cx="11179344" cy="3180120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937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6686128" y="11475224"/>
            <a:ext cx="11179344" cy="978499"/>
          </a:xfrm>
          <a:prstGeom prst="rect">
            <a:avLst/>
          </a:prstGeom>
        </p:spPr>
        <p:txBody>
          <a:bodyPr anchor="t"/>
          <a:lstStyle>
            <a:lvl1pPr>
              <a:defRPr sz="19200" spc="-384"/>
            </a:lvl1pPr>
          </a:lstStyle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6686128" y="12412031"/>
            <a:ext cx="11179345" cy="647005"/>
          </a:xfrm>
          <a:prstGeom prst="rect">
            <a:avLst/>
          </a:prstGeom>
        </p:spPr>
        <p:txBody>
          <a:bodyPr/>
          <a:lstStyle>
            <a:lvl1pPr defTabSz="758237">
              <a:defRPr sz="4560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937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6686128" y="11479300"/>
            <a:ext cx="11179344" cy="978500"/>
          </a:xfrm>
          <a:prstGeom prst="rect">
            <a:avLst/>
          </a:prstGeom>
        </p:spPr>
        <p:txBody>
          <a:bodyPr anchor="t"/>
          <a:lstStyle>
            <a:lvl1pPr>
              <a:defRPr sz="19200" spc="-384"/>
            </a:lvl1pPr>
          </a:lstStyle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6686128" y="12408874"/>
            <a:ext cx="11179345" cy="647005"/>
          </a:xfrm>
          <a:prstGeom prst="rect">
            <a:avLst/>
          </a:prstGeom>
        </p:spPr>
        <p:txBody>
          <a:bodyPr/>
          <a:lstStyle>
            <a:lvl1pPr defTabSz="758237">
              <a:defRPr sz="4560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686128" y="13901084"/>
            <a:ext cx="11179344" cy="5870991"/>
          </a:xfrm>
          <a:prstGeom prst="rect">
            <a:avLst/>
          </a:prstGeom>
        </p:spPr>
        <p:txBody>
          <a:bodyPr/>
          <a:lstStyle>
            <a:lvl1pPr defTabSz="5599148">
              <a:lnSpc>
                <a:spcPct val="90000"/>
              </a:lnSpc>
              <a:spcBef>
                <a:spcPts val="4100"/>
              </a:spcBef>
              <a:defRPr b="0" spc="-114"/>
            </a:lvl1pPr>
            <a:lvl2pPr defTabSz="5599148">
              <a:lnSpc>
                <a:spcPct val="90000"/>
              </a:lnSpc>
              <a:spcBef>
                <a:spcPts val="4100"/>
              </a:spcBef>
              <a:defRPr b="0" spc="-114"/>
            </a:lvl2pPr>
            <a:lvl3pPr defTabSz="5599148">
              <a:lnSpc>
                <a:spcPct val="90000"/>
              </a:lnSpc>
              <a:spcBef>
                <a:spcPts val="4100"/>
              </a:spcBef>
              <a:defRPr b="0" spc="-114"/>
            </a:lvl3pPr>
            <a:lvl4pPr defTabSz="5599148">
              <a:lnSpc>
                <a:spcPct val="90000"/>
              </a:lnSpc>
              <a:spcBef>
                <a:spcPts val="4100"/>
              </a:spcBef>
              <a:defRPr b="0" spc="-114"/>
            </a:lvl4pPr>
            <a:lvl5pPr defTabSz="5599148">
              <a:lnSpc>
                <a:spcPct val="90000"/>
              </a:lnSpc>
              <a:spcBef>
                <a:spcPts val="4100"/>
              </a:spcBef>
              <a:defRPr b="0" spc="-114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937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686128" y="14488183"/>
            <a:ext cx="11179344" cy="2521163"/>
          </a:xfrm>
          <a:prstGeom prst="rect">
            <a:avLst/>
          </a:prstGeom>
        </p:spPr>
        <p:txBody>
          <a:bodyPr anchor="ctr"/>
          <a:lstStyle>
            <a:lvl1pPr algn="ctr" defTabSz="5599148">
              <a:lnSpc>
                <a:spcPct val="80000"/>
              </a:lnSpc>
              <a:defRPr sz="25600" b="0" spc="-51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5599148">
              <a:lnSpc>
                <a:spcPct val="80000"/>
              </a:lnSpc>
              <a:defRPr sz="25600" b="0" spc="-51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5599148">
              <a:lnSpc>
                <a:spcPct val="80000"/>
              </a:lnSpc>
              <a:defRPr sz="25600" b="0" spc="-51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5599148">
              <a:lnSpc>
                <a:spcPct val="80000"/>
              </a:lnSpc>
              <a:defRPr sz="25600" b="0" spc="-51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5599148">
              <a:lnSpc>
                <a:spcPct val="80000"/>
              </a:lnSpc>
              <a:defRPr sz="25600" b="0" spc="-51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937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6686128" y="17031971"/>
            <a:ext cx="11179344" cy="647005"/>
          </a:xfrm>
          <a:prstGeom prst="rect">
            <a:avLst/>
          </a:prstGeom>
        </p:spPr>
        <p:txBody>
          <a:bodyPr/>
          <a:lstStyle>
            <a:lvl1pPr algn="ctr" defTabSz="2239659">
              <a:defRPr sz="4560"/>
            </a:lvl1pPr>
          </a:lstStyle>
          <a:p>
            <a:r>
              <a:t>Fact information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686128" y="12013398"/>
            <a:ext cx="11179344" cy="5018573"/>
          </a:xfrm>
          <a:prstGeom prst="rect">
            <a:avLst/>
          </a:prstGeom>
        </p:spPr>
        <p:txBody>
          <a:bodyPr anchor="b"/>
          <a:lstStyle>
            <a:lvl1pPr algn="ctr" defTabSz="5599148">
              <a:lnSpc>
                <a:spcPct val="80000"/>
              </a:lnSpc>
              <a:defRPr sz="56000" spc="-560"/>
            </a:lvl1pPr>
            <a:lvl2pPr algn="ctr" defTabSz="5599148">
              <a:lnSpc>
                <a:spcPct val="80000"/>
              </a:lnSpc>
              <a:defRPr sz="56000" spc="-560"/>
            </a:lvl2pPr>
            <a:lvl3pPr algn="ctr" defTabSz="5599148">
              <a:lnSpc>
                <a:spcPct val="80000"/>
              </a:lnSpc>
              <a:defRPr sz="56000" spc="-560"/>
            </a:lvl3pPr>
            <a:lvl4pPr algn="ctr" defTabSz="5599148">
              <a:lnSpc>
                <a:spcPct val="80000"/>
              </a:lnSpc>
              <a:defRPr sz="56000" spc="-560"/>
            </a:lvl4pPr>
            <a:lvl5pPr algn="ctr" defTabSz="5599148">
              <a:lnSpc>
                <a:spcPct val="80000"/>
              </a:lnSpc>
              <a:defRPr sz="56000" spc="-56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937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722822" y="14634957"/>
            <a:ext cx="11105957" cy="2238316"/>
          </a:xfrm>
          <a:prstGeom prst="rect">
            <a:avLst/>
          </a:prstGeom>
        </p:spPr>
        <p:txBody>
          <a:bodyPr anchor="ctr"/>
          <a:lstStyle>
            <a:lvl1pPr marL="1476375" indent="-1107281" defTabSz="5599148">
              <a:lnSpc>
                <a:spcPct val="90000"/>
              </a:lnSpc>
              <a:defRPr sz="19200" b="0" spc="-38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1476375" indent="-650081" defTabSz="5599148">
              <a:lnSpc>
                <a:spcPct val="90000"/>
              </a:lnSpc>
              <a:defRPr sz="19200" b="0" spc="-38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476375" indent="-192881" defTabSz="5599148">
              <a:lnSpc>
                <a:spcPct val="90000"/>
              </a:lnSpc>
              <a:defRPr sz="19200" b="0" spc="-38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1476375" indent="264318" defTabSz="5599148">
              <a:lnSpc>
                <a:spcPct val="90000"/>
              </a:lnSpc>
              <a:defRPr sz="19200" b="0" spc="-38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1476375" indent="721518" defTabSz="5599148">
              <a:lnSpc>
                <a:spcPct val="90000"/>
              </a:lnSpc>
              <a:defRPr sz="19200" b="0" spc="-38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7187608" y="17240209"/>
            <a:ext cx="10641170" cy="444042"/>
          </a:xfrm>
          <a:prstGeom prst="rect">
            <a:avLst/>
          </a:prstGeom>
        </p:spPr>
        <p:txBody>
          <a:bodyPr/>
          <a:lstStyle>
            <a:lvl1pPr defTabSz="758237">
              <a:defRPr sz="3040"/>
            </a:lvl1pPr>
          </a:lstStyle>
          <a:p>
            <a:r>
              <a:t>Attribution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937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pappardelle pasta with parsley butter, roasted hazelnuts and shaved parmesan cheese"/>
          <p:cNvSpPr>
            <a:spLocks noGrp="1"/>
          </p:cNvSpPr>
          <p:nvPr>
            <p:ph type="pic" sz="quarter" idx="21"/>
          </p:nvPr>
        </p:nvSpPr>
        <p:spPr>
          <a:xfrm>
            <a:off x="14007489" y="11713387"/>
            <a:ext cx="10753070" cy="80648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Bowl of salad with fried rice, boiled eggs and chopsticks"/>
          <p:cNvSpPr>
            <a:spLocks noGrp="1"/>
          </p:cNvSpPr>
          <p:nvPr>
            <p:ph type="pic" sz="quarter" idx="22"/>
          </p:nvPr>
        </p:nvSpPr>
        <p:spPr>
          <a:xfrm>
            <a:off x="22367533" y="11332526"/>
            <a:ext cx="5528517" cy="44228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owl with salmon cakes, salad and houmous"/>
          <p:cNvSpPr>
            <a:spLocks noGrp="1"/>
          </p:cNvSpPr>
          <p:nvPr>
            <p:ph type="pic" sz="quarter" idx="23"/>
          </p:nvPr>
        </p:nvSpPr>
        <p:spPr>
          <a:xfrm>
            <a:off x="20814168" y="13699137"/>
            <a:ext cx="7644519" cy="88972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937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034913" y="10036016"/>
            <a:ext cx="13894677" cy="1111574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48937" y="19552109"/>
            <a:ext cx="647202" cy="65583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6686128" y="12836967"/>
            <a:ext cx="11180554" cy="318012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924" tIns="48924" rIns="48924" bIns="48924" anchor="b">
            <a:normAutofit/>
          </a:bodyPr>
          <a:lstStyle/>
          <a:p>
            <a:r>
              <a:t>Presentation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6686128" y="15968161"/>
            <a:ext cx="11179344" cy="140264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924" tIns="48924" rIns="48924" bIns="48924">
            <a:normAutofit/>
          </a:bodyPr>
          <a:lstStyle/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952199" y="19552109"/>
            <a:ext cx="647202" cy="655838"/>
          </a:xfrm>
          <a:prstGeom prst="rect">
            <a:avLst/>
          </a:prstGeom>
          <a:ln w="3175">
            <a:miter lim="400000"/>
          </a:ln>
        </p:spPr>
        <p:txBody>
          <a:bodyPr wrap="none" lIns="48924" tIns="48924" rIns="48924" bIns="48924" anchor="b">
            <a:spAutoFit/>
          </a:bodyPr>
          <a:lstStyle>
            <a:lvl1pPr defTabSz="1886479">
              <a:defRPr sz="3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559914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00" b="1" i="0" u="none" strike="noStrike" cap="none" spc="-51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559914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00" b="1" i="0" u="none" strike="noStrike" cap="none" spc="-51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559914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00" b="1" i="0" u="none" strike="noStrike" cap="none" spc="-51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559914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00" b="1" i="0" u="none" strike="noStrike" cap="none" spc="-51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559914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00" b="1" i="0" u="none" strike="noStrike" cap="none" spc="-51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559914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00" b="1" i="0" u="none" strike="noStrike" cap="none" spc="-51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559914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00" b="1" i="0" u="none" strike="noStrike" cap="none" spc="-51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559914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00" b="1" i="0" u="none" strike="noStrike" cap="none" spc="-51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559914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00" b="1" i="0" u="none" strike="noStrike" cap="none" spc="-51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18955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4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8955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4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8955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4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8955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4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8955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4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8955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4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8955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4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8955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4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8955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4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18864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18864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18864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18864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18864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18864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18864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18864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188647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7.jpe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13" Type="http://schemas.openxmlformats.org/officeDocument/2006/relationships/image" Target="../media/image10.png"/><Relationship Id="rId3" Type="http://schemas.openxmlformats.org/officeDocument/2006/relationships/image" Target="../media/image4.jpeg"/><Relationship Id="rId7" Type="http://schemas.openxmlformats.org/officeDocument/2006/relationships/image" Target="../media/image7.jpe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"/>
          <p:cNvGrpSpPr/>
          <p:nvPr/>
        </p:nvGrpSpPr>
        <p:grpSpPr>
          <a:xfrm>
            <a:off x="-27022" y="-68608"/>
            <a:ext cx="44605644" cy="9516751"/>
            <a:chOff x="0" y="0"/>
            <a:chExt cx="44605643" cy="9516749"/>
          </a:xfrm>
        </p:grpSpPr>
        <p:sp>
          <p:nvSpPr>
            <p:cNvPr id="151" name="Rectangle"/>
            <p:cNvSpPr/>
            <p:nvPr/>
          </p:nvSpPr>
          <p:spPr>
            <a:xfrm>
              <a:off x="0" y="0"/>
              <a:ext cx="44605644" cy="7886843"/>
            </a:xfrm>
            <a:prstGeom prst="rect">
              <a:avLst/>
            </a:prstGeom>
            <a:solidFill>
              <a:srgbClr val="FDBD00"/>
            </a:solidFill>
            <a:ln w="3175" cap="flat">
              <a:noFill/>
              <a:miter lim="400000"/>
            </a:ln>
            <a:effectLst/>
          </p:spPr>
          <p:txBody>
            <a:bodyPr wrap="square" lIns="48924" tIns="48924" rIns="48924" bIns="48924" numCol="1" anchor="ctr">
              <a:noAutofit/>
            </a:bodyPr>
            <a:lstStyle/>
            <a:p>
              <a:pPr defTabSz="1886479">
                <a:defRPr sz="6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52" name="Image" descr="Image"/>
            <p:cNvPicPr>
              <a:picLocks noChangeAspect="1"/>
            </p:cNvPicPr>
            <p:nvPr/>
          </p:nvPicPr>
          <p:blipFill>
            <a:blip r:embed="rId3"/>
            <a:srcRect t="57147"/>
            <a:stretch>
              <a:fillRect/>
            </a:stretch>
          </p:blipFill>
          <p:spPr>
            <a:xfrm flipH="1">
              <a:off x="3738888" y="5079206"/>
              <a:ext cx="36401202" cy="443754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</p:grpSp>
      <p:sp>
        <p:nvSpPr>
          <p:cNvPr id="154" name="Who’s in the crew!"/>
          <p:cNvSpPr txBox="1"/>
          <p:nvPr/>
        </p:nvSpPr>
        <p:spPr>
          <a:xfrm>
            <a:off x="1135077" y="2077817"/>
            <a:ext cx="27840878" cy="87190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algn="l" defTabSz="2438338">
              <a:lnSpc>
                <a:spcPct val="70000"/>
              </a:lnSpc>
              <a:defRPr sz="20000">
                <a:solidFill>
                  <a:srgbClr val="191919"/>
                </a:solidFill>
                <a:latin typeface="Speedee Bold"/>
                <a:ea typeface="Speedee Bold"/>
                <a:cs typeface="Speedee Bold"/>
                <a:sym typeface="Speedee Bold"/>
              </a:defRPr>
            </a:lvl1pPr>
          </a:lstStyle>
          <a:p>
            <a:r>
              <a:rPr lang="fr-CH" dirty="0" err="1"/>
              <a:t>Wer</a:t>
            </a:r>
            <a:r>
              <a:rPr lang="fr-CH" dirty="0"/>
              <a:t> </a:t>
            </a:r>
            <a:r>
              <a:rPr lang="fr-CH" dirty="0" err="1"/>
              <a:t>gehört</a:t>
            </a:r>
            <a:r>
              <a:rPr lang="fr-CH" dirty="0"/>
              <a:t> </a:t>
            </a:r>
            <a:r>
              <a:rPr lang="fr-CH" dirty="0" err="1"/>
              <a:t>zum</a:t>
            </a:r>
            <a:r>
              <a:rPr lang="fr-CH" dirty="0"/>
              <a:t> Team</a:t>
            </a:r>
            <a:r>
              <a:rPr dirty="0"/>
              <a:t>!</a:t>
            </a:r>
          </a:p>
        </p:txBody>
      </p:sp>
      <p:sp>
        <p:nvSpPr>
          <p:cNvPr id="155" name="Welcome to our crew! Here are some of the key people  you’ll be working with during your first weeks at McDonald’s"/>
          <p:cNvSpPr txBox="1"/>
          <p:nvPr/>
        </p:nvSpPr>
        <p:spPr>
          <a:xfrm>
            <a:off x="1387409" y="4364958"/>
            <a:ext cx="29152736" cy="296271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algn="l" defTabSz="457200">
              <a:lnSpc>
                <a:spcPct val="90000"/>
              </a:lnSpc>
              <a:spcBef>
                <a:spcPts val="1500"/>
              </a:spcBef>
              <a:defRPr sz="68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de-DE" dirty="0"/>
              <a:t>Willkommen in unserem Team! Hier sind einige der wichtigsten Personen, mit denen du während deiner ersten Wochen bei McDonald's zusammenarbeiten wirst</a:t>
            </a:r>
          </a:p>
        </p:txBody>
      </p:sp>
      <p:sp>
        <p:nvSpPr>
          <p:cNvPr id="157" name="We’re all looking forward to working with you!"/>
          <p:cNvSpPr/>
          <p:nvPr/>
        </p:nvSpPr>
        <p:spPr>
          <a:xfrm>
            <a:off x="30941487" y="1126681"/>
            <a:ext cx="12569202" cy="4768350"/>
          </a:xfrm>
          <a:prstGeom prst="roundRect">
            <a:avLst>
              <a:gd name="adj" fmla="val 16105"/>
            </a:avLst>
          </a:prstGeom>
          <a:solidFill>
            <a:srgbClr val="DE302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35000" tIns="635000" rIns="635000" bIns="635000" anchor="ctr"/>
          <a:lstStyle/>
          <a:p>
            <a:pPr defTabSz="457200">
              <a:lnSpc>
                <a:spcPct val="90000"/>
              </a:lnSpc>
              <a:defRPr sz="7000">
                <a:solidFill>
                  <a:srgbClr val="FFFFFF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de-DE" dirty="0"/>
              <a:t>Wir freuen uns sehr auf die Zusammenarbeit mit dir</a:t>
            </a:r>
            <a:r>
              <a:rPr dirty="0"/>
              <a:t>!</a:t>
            </a:r>
          </a:p>
        </p:txBody>
      </p:sp>
      <p:pic>
        <p:nvPicPr>
          <p:cNvPr id="158" name="Image" descr="Image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8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32896390" y="5556361"/>
            <a:ext cx="1387463" cy="2064802"/>
          </a:xfrm>
          <a:prstGeom prst="rect">
            <a:avLst/>
          </a:prstGeom>
          <a:ln w="3175">
            <a:miter lim="400000"/>
          </a:ln>
        </p:spPr>
      </p:pic>
      <p:sp>
        <p:nvSpPr>
          <p:cNvPr id="159" name="Mo Al-Sayed…"/>
          <p:cNvSpPr/>
          <p:nvPr/>
        </p:nvSpPr>
        <p:spPr>
          <a:xfrm>
            <a:off x="3788769" y="13684651"/>
            <a:ext cx="6235701" cy="5750910"/>
          </a:xfrm>
          <a:prstGeom prst="roundRect">
            <a:avLst>
              <a:gd name="adj" fmla="val 14261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  <a:endParaRPr dirty="0">
              <a:latin typeface="Speedee Bold"/>
              <a:ea typeface="Speedee Bold"/>
              <a:cs typeface="Speedee Bold"/>
              <a:sym typeface="Speedee Bold"/>
            </a:endParaRP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Dein.e</a:t>
            </a:r>
            <a:r>
              <a:rPr lang="fr-CH" dirty="0"/>
              <a:t> Lizenznehmer.in/Consultant</a:t>
            </a:r>
            <a:endParaRPr dirty="0"/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  <a:endParaRPr dirty="0"/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Lieblingsprodukt</a:t>
            </a:r>
            <a:endParaRPr dirty="0"/>
          </a:p>
        </p:txBody>
      </p:sp>
      <p:pic>
        <p:nvPicPr>
          <p:cNvPr id="160" name="yusron-el-jihan-YRJsMa72UDw-unsplash.jpg" descr="yusron-el-jihan-YRJsMa72UDw-unsplash.jpg"/>
          <p:cNvPicPr>
            <a:picLocks noChangeAspect="1"/>
          </p:cNvPicPr>
          <p:nvPr/>
        </p:nvPicPr>
        <p:blipFill>
          <a:blip r:embed="rId6"/>
          <a:srcRect l="18843" t="7634" r="18843" b="50818"/>
          <a:stretch>
            <a:fillRect/>
          </a:stretch>
        </p:blipFill>
        <p:spPr>
          <a:xfrm>
            <a:off x="4522570" y="9635458"/>
            <a:ext cx="4768099" cy="47682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8" y="0"/>
                </a:moveTo>
                <a:cubicBezTo>
                  <a:pt x="7320" y="0"/>
                  <a:pt x="4803" y="1006"/>
                  <a:pt x="2882" y="3017"/>
                </a:cubicBezTo>
                <a:cubicBezTo>
                  <a:pt x="-961" y="7038"/>
                  <a:pt x="-961" y="13557"/>
                  <a:pt x="2882" y="17579"/>
                </a:cubicBezTo>
                <a:cubicBezTo>
                  <a:pt x="6725" y="21600"/>
                  <a:pt x="12953" y="21600"/>
                  <a:pt x="16796" y="17579"/>
                </a:cubicBezTo>
                <a:cubicBezTo>
                  <a:pt x="20639" y="13557"/>
                  <a:pt x="20639" y="7038"/>
                  <a:pt x="16796" y="3017"/>
                </a:cubicBezTo>
                <a:cubicBezTo>
                  <a:pt x="14875" y="1006"/>
                  <a:pt x="12356" y="0"/>
                  <a:pt x="9838" y="0"/>
                </a:cubicBezTo>
                <a:close/>
              </a:path>
            </a:pathLst>
          </a:custGeom>
          <a:ln w="3175">
            <a:miter lim="400000"/>
          </a:ln>
        </p:spPr>
      </p:pic>
      <p:grpSp>
        <p:nvGrpSpPr>
          <p:cNvPr id="163" name="Group"/>
          <p:cNvGrpSpPr/>
          <p:nvPr/>
        </p:nvGrpSpPr>
        <p:grpSpPr>
          <a:xfrm>
            <a:off x="33231453" y="20117241"/>
            <a:ext cx="6241229" cy="9916022"/>
            <a:chOff x="0" y="0"/>
            <a:chExt cx="6241227" cy="9916021"/>
          </a:xfrm>
        </p:grpSpPr>
        <p:sp>
          <p:nvSpPr>
            <p:cNvPr id="161" name="Name…"/>
            <p:cNvSpPr/>
            <p:nvPr/>
          </p:nvSpPr>
          <p:spPr>
            <a:xfrm>
              <a:off x="0" y="4162921"/>
              <a:ext cx="6241228" cy="5753101"/>
            </a:xfrm>
            <a:prstGeom prst="roundRect">
              <a:avLst>
                <a:gd name="adj" fmla="val 14256"/>
              </a:avLst>
            </a:prstGeom>
            <a:solidFill>
              <a:srgbClr val="FDBD01"/>
            </a:solidFill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90500" tIns="190500" rIns="190500" bIns="190500" numCol="1" anchor="ctr">
              <a:noAutofit/>
            </a:bodyPr>
            <a:lstStyle/>
            <a:p>
              <a:pPr defTabSz="457200">
                <a:lnSpc>
                  <a:spcPct val="80000"/>
                </a:lnSpc>
                <a:defRPr sz="5000">
                  <a:solidFill>
                    <a:srgbClr val="000000"/>
                  </a:solidFill>
                  <a:latin typeface="Speedee-Regular"/>
                  <a:ea typeface="Speedee-Regular"/>
                  <a:cs typeface="Speedee-Regular"/>
                  <a:sym typeface="Speedee-Regular"/>
                </a:defRPr>
              </a:pPr>
              <a:r>
                <a:rPr lang="fr-CH" dirty="0" err="1">
                  <a:latin typeface="Speedee Bold"/>
                  <a:ea typeface="Speedee Bold"/>
                  <a:cs typeface="Speedee Bold"/>
                  <a:sym typeface="Speedee Bold"/>
                </a:rPr>
                <a:t>Vorname</a:t>
              </a:r>
              <a:r>
                <a:rPr lang="fr-CH" dirty="0">
                  <a:latin typeface="Speedee Bold"/>
                  <a:ea typeface="Speedee Bold"/>
                  <a:cs typeface="Speedee Bold"/>
                  <a:sym typeface="Speedee Bold"/>
                </a:rPr>
                <a:t> Name</a:t>
              </a:r>
            </a:p>
            <a:p>
              <a:pPr defTabSz="457200">
                <a:lnSpc>
                  <a:spcPct val="80000"/>
                </a:lnSpc>
                <a:spcBef>
                  <a:spcPts val="2000"/>
                </a:spcBef>
                <a:defRPr sz="5000">
                  <a:solidFill>
                    <a:srgbClr val="000000"/>
                  </a:solidFill>
                  <a:latin typeface="Speedee-Regular"/>
                  <a:ea typeface="Speedee-Regular"/>
                  <a:cs typeface="Speedee-Regular"/>
                  <a:sym typeface="Speedee-Regular"/>
                </a:defRPr>
              </a:pPr>
              <a:r>
                <a:rPr lang="fr-CH" dirty="0" err="1"/>
                <a:t>Funktion</a:t>
              </a:r>
              <a:endParaRPr lang="fr-CH" dirty="0"/>
            </a:p>
            <a:p>
              <a:pPr defTabSz="457200">
                <a:lnSpc>
                  <a:spcPct val="80000"/>
                </a:lnSpc>
                <a:defRPr sz="4000">
                  <a:solidFill>
                    <a:srgbClr val="000000"/>
                  </a:solidFill>
                  <a:latin typeface="Speedee Bold"/>
                  <a:ea typeface="Speedee Bold"/>
                  <a:cs typeface="Speedee Bold"/>
                  <a:sym typeface="Speedee Bold"/>
                </a:defRPr>
              </a:pPr>
              <a:r>
                <a:rPr lang="fr-CH" dirty="0"/>
                <a:t>Fan von:</a:t>
              </a:r>
            </a:p>
            <a:p>
              <a:pPr defTabSz="457200">
                <a:lnSpc>
                  <a:spcPct val="80000"/>
                </a:lnSpc>
                <a:defRPr sz="4000">
                  <a:solidFill>
                    <a:srgbClr val="000000"/>
                  </a:solidFill>
                  <a:latin typeface="Speedee-Regular"/>
                  <a:ea typeface="Speedee-Regular"/>
                  <a:cs typeface="Speedee-Regular"/>
                  <a:sym typeface="Speedee-Regular"/>
                </a:defRPr>
              </a:pPr>
              <a:r>
                <a:rPr lang="fr-CH" dirty="0"/>
                <a:t>xxx</a:t>
              </a:r>
            </a:p>
          </p:txBody>
        </p:sp>
        <p:sp>
          <p:nvSpPr>
            <p:cNvPr id="162" name="Circle"/>
            <p:cNvSpPr/>
            <p:nvPr/>
          </p:nvSpPr>
          <p:spPr>
            <a:xfrm>
              <a:off x="736600" y="0"/>
              <a:ext cx="4762500" cy="4762500"/>
            </a:xfrm>
            <a:prstGeom prst="ellipse">
              <a:avLst/>
            </a:prstGeom>
            <a:solidFill>
              <a:srgbClr val="D5D5D5"/>
            </a:solidFill>
            <a:ln w="3175" cap="flat">
              <a:noFill/>
              <a:miter lim="400000"/>
            </a:ln>
            <a:effectLst/>
          </p:spPr>
          <p:txBody>
            <a:bodyPr wrap="square" lIns="48924" tIns="48924" rIns="48924" bIns="48924" numCol="1" anchor="ctr">
              <a:noAutofit/>
            </a:bodyPr>
            <a:lstStyle/>
            <a:p>
              <a:pPr defTabSz="1886479">
                <a:defRPr sz="6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64" name="Name…"/>
          <p:cNvSpPr/>
          <p:nvPr/>
        </p:nvSpPr>
        <p:spPr>
          <a:xfrm>
            <a:off x="10994925" y="21841762"/>
            <a:ext cx="6241229" cy="5753101"/>
          </a:xfrm>
          <a:prstGeom prst="roundRect">
            <a:avLst>
              <a:gd name="adj" fmla="val 14256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Funktion</a:t>
            </a:r>
            <a:endParaRPr lang="fr-CH" dirty="0"/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/>
              <a:t>xxx</a:t>
            </a:r>
          </a:p>
        </p:txBody>
      </p:sp>
      <p:sp>
        <p:nvSpPr>
          <p:cNvPr id="165" name="Circle"/>
          <p:cNvSpPr/>
          <p:nvPr/>
        </p:nvSpPr>
        <p:spPr>
          <a:xfrm>
            <a:off x="11731525" y="17678841"/>
            <a:ext cx="4762501" cy="4762501"/>
          </a:xfrm>
          <a:prstGeom prst="ellipse">
            <a:avLst/>
          </a:prstGeom>
          <a:solidFill>
            <a:srgbClr val="D5D5D5"/>
          </a:solidFill>
          <a:ln w="3175">
            <a:miter lim="400000"/>
          </a:ln>
        </p:spPr>
        <p:txBody>
          <a:bodyPr lIns="48924" tIns="48924" rIns="48924" bIns="48924" anchor="ctr"/>
          <a:lstStyle/>
          <a:p>
            <a:pPr defTabSz="1886479">
              <a:defRPr sz="6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66" name="Danny McShane…"/>
          <p:cNvSpPr/>
          <p:nvPr/>
        </p:nvSpPr>
        <p:spPr>
          <a:xfrm>
            <a:off x="11000453" y="11246251"/>
            <a:ext cx="6235701" cy="5750910"/>
          </a:xfrm>
          <a:prstGeom prst="roundRect">
            <a:avLst>
              <a:gd name="adj" fmla="val 14261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Dein.e</a:t>
            </a:r>
            <a:r>
              <a:rPr lang="fr-CH" dirty="0"/>
              <a:t> Restaurant Manager.in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Lieblingsprodukt</a:t>
            </a:r>
            <a:endParaRPr lang="fr-CH" dirty="0"/>
          </a:p>
        </p:txBody>
      </p:sp>
      <p:pic>
        <p:nvPicPr>
          <p:cNvPr id="167" name="linkedin-sales-solutions-W3Jl3jREpDY-unsplash.jpg" descr="linkedin-sales-solutions-W3Jl3jREpDY-unsplash.jpg"/>
          <p:cNvPicPr>
            <a:picLocks noChangeAspect="1"/>
          </p:cNvPicPr>
          <p:nvPr/>
        </p:nvPicPr>
        <p:blipFill>
          <a:blip r:embed="rId7"/>
          <a:srcRect l="61833" t="25613" r="14985" b="39614"/>
          <a:stretch>
            <a:fillRect/>
          </a:stretch>
        </p:blipFill>
        <p:spPr>
          <a:xfrm>
            <a:off x="11734269" y="7197066"/>
            <a:ext cx="4768069" cy="47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8" y="0"/>
                </a:moveTo>
                <a:cubicBezTo>
                  <a:pt x="7320" y="0"/>
                  <a:pt x="4803" y="1006"/>
                  <a:pt x="2882" y="3017"/>
                </a:cubicBezTo>
                <a:cubicBezTo>
                  <a:pt x="-961" y="7038"/>
                  <a:pt x="-961" y="13557"/>
                  <a:pt x="2882" y="17579"/>
                </a:cubicBezTo>
                <a:cubicBezTo>
                  <a:pt x="6724" y="21600"/>
                  <a:pt x="12954" y="21600"/>
                  <a:pt x="16796" y="17579"/>
                </a:cubicBezTo>
                <a:cubicBezTo>
                  <a:pt x="20639" y="13557"/>
                  <a:pt x="20639" y="7038"/>
                  <a:pt x="16796" y="3017"/>
                </a:cubicBezTo>
                <a:cubicBezTo>
                  <a:pt x="14875" y="1006"/>
                  <a:pt x="12356" y="0"/>
                  <a:pt x="9838" y="0"/>
                </a:cubicBezTo>
                <a:close/>
              </a:path>
            </a:pathLst>
          </a:custGeom>
          <a:ln w="3175">
            <a:miter lim="400000"/>
          </a:ln>
        </p:spPr>
      </p:pic>
      <p:sp>
        <p:nvSpPr>
          <p:cNvPr id="168" name="Name…"/>
          <p:cNvSpPr/>
          <p:nvPr/>
        </p:nvSpPr>
        <p:spPr>
          <a:xfrm>
            <a:off x="18405257" y="24280162"/>
            <a:ext cx="6241229" cy="5753101"/>
          </a:xfrm>
          <a:prstGeom prst="roundRect">
            <a:avLst>
              <a:gd name="adj" fmla="val 14256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Funktion</a:t>
            </a:r>
            <a:endParaRPr lang="fr-CH" dirty="0"/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/>
              <a:t>xxx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endParaRPr dirty="0"/>
          </a:p>
        </p:txBody>
      </p:sp>
      <p:sp>
        <p:nvSpPr>
          <p:cNvPr id="169" name="Circle"/>
          <p:cNvSpPr/>
          <p:nvPr/>
        </p:nvSpPr>
        <p:spPr>
          <a:xfrm>
            <a:off x="19141857" y="20117241"/>
            <a:ext cx="4762501" cy="4762501"/>
          </a:xfrm>
          <a:prstGeom prst="ellipse">
            <a:avLst/>
          </a:prstGeom>
          <a:solidFill>
            <a:srgbClr val="D5D5D5"/>
          </a:solidFill>
          <a:ln w="3175">
            <a:miter lim="400000"/>
          </a:ln>
        </p:spPr>
        <p:txBody>
          <a:bodyPr lIns="48924" tIns="48924" rIns="48924" bIns="48924" anchor="ctr"/>
          <a:lstStyle/>
          <a:p>
            <a:pPr defTabSz="1886479">
              <a:defRPr sz="6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70" name="Name…"/>
          <p:cNvSpPr/>
          <p:nvPr/>
        </p:nvSpPr>
        <p:spPr>
          <a:xfrm>
            <a:off x="25812827" y="21841762"/>
            <a:ext cx="6241229" cy="5753101"/>
          </a:xfrm>
          <a:prstGeom prst="roundRect">
            <a:avLst>
              <a:gd name="adj" fmla="val 14256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Funktion</a:t>
            </a:r>
            <a:endParaRPr lang="fr-CH" dirty="0"/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/>
              <a:t>xxx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endParaRPr dirty="0"/>
          </a:p>
        </p:txBody>
      </p:sp>
      <p:sp>
        <p:nvSpPr>
          <p:cNvPr id="171" name="Circle"/>
          <p:cNvSpPr/>
          <p:nvPr/>
        </p:nvSpPr>
        <p:spPr>
          <a:xfrm>
            <a:off x="26552190" y="17678841"/>
            <a:ext cx="4762501" cy="4762501"/>
          </a:xfrm>
          <a:prstGeom prst="ellipse">
            <a:avLst/>
          </a:prstGeom>
          <a:solidFill>
            <a:srgbClr val="D5D5D5"/>
          </a:solidFill>
          <a:ln w="3175">
            <a:miter lim="400000"/>
          </a:ln>
        </p:spPr>
        <p:txBody>
          <a:bodyPr lIns="48924" tIns="48924" rIns="48924" bIns="48924" anchor="ctr"/>
          <a:lstStyle/>
          <a:p>
            <a:pPr defTabSz="1886479">
              <a:defRPr sz="6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72" name="Amara Patel Your Buddy…"/>
          <p:cNvSpPr/>
          <p:nvPr/>
        </p:nvSpPr>
        <p:spPr>
          <a:xfrm>
            <a:off x="18410786" y="13705910"/>
            <a:ext cx="6235701" cy="5750911"/>
          </a:xfrm>
          <a:prstGeom prst="roundRect">
            <a:avLst>
              <a:gd name="adj" fmla="val 14261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Dein.e</a:t>
            </a:r>
            <a:r>
              <a:rPr lang="fr-CH" dirty="0"/>
              <a:t> Buddy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Lieblingsprodukt</a:t>
            </a:r>
            <a:endParaRPr lang="fr-CH" dirty="0"/>
          </a:p>
        </p:txBody>
      </p:sp>
      <p:pic>
        <p:nvPicPr>
          <p:cNvPr id="173" name="Screenshot 2023-04-26 at 16.06.34.png" descr="Screenshot 2023-04-26 at 16.06.34.png"/>
          <p:cNvPicPr>
            <a:picLocks noChangeAspect="1"/>
          </p:cNvPicPr>
          <p:nvPr/>
        </p:nvPicPr>
        <p:blipFill>
          <a:blip r:embed="rId8"/>
          <a:srcRect l="3139" t="3433" r="3139" b="3430"/>
          <a:stretch>
            <a:fillRect/>
          </a:stretch>
        </p:blipFill>
        <p:spPr>
          <a:xfrm>
            <a:off x="19147243" y="9659533"/>
            <a:ext cx="4762786" cy="4762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5"/>
                  <a:pt x="2881" y="3015"/>
                </a:cubicBezTo>
                <a:cubicBezTo>
                  <a:pt x="-961" y="7037"/>
                  <a:pt x="-961" y="13558"/>
                  <a:pt x="2881" y="17579"/>
                </a:cubicBezTo>
                <a:cubicBezTo>
                  <a:pt x="6724" y="21600"/>
                  <a:pt x="12954" y="21600"/>
                  <a:pt x="16797" y="17579"/>
                </a:cubicBezTo>
                <a:cubicBezTo>
                  <a:pt x="20639" y="13558"/>
                  <a:pt x="20639" y="7037"/>
                  <a:pt x="16797" y="3015"/>
                </a:cubicBezTo>
                <a:cubicBezTo>
                  <a:pt x="14876" y="1005"/>
                  <a:pt x="12357" y="0"/>
                  <a:pt x="9839" y="0"/>
                </a:cubicBezTo>
                <a:close/>
              </a:path>
            </a:pathLst>
          </a:custGeom>
          <a:ln w="3175">
            <a:miter lim="400000"/>
          </a:ln>
        </p:spPr>
      </p:pic>
      <p:sp>
        <p:nvSpPr>
          <p:cNvPr id="174" name="Thiago Silva Your Shift  Manager…"/>
          <p:cNvSpPr/>
          <p:nvPr/>
        </p:nvSpPr>
        <p:spPr>
          <a:xfrm>
            <a:off x="25821120" y="11220705"/>
            <a:ext cx="6235701" cy="5750910"/>
          </a:xfrm>
          <a:prstGeom prst="roundRect">
            <a:avLst>
              <a:gd name="adj" fmla="val 14261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Dein.e</a:t>
            </a:r>
            <a:r>
              <a:rPr lang="fr-CH" dirty="0"/>
              <a:t> Shift Leader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Lieblingsprodukt</a:t>
            </a:r>
            <a:endParaRPr lang="fr-CH" dirty="0"/>
          </a:p>
        </p:txBody>
      </p:sp>
      <p:pic>
        <p:nvPicPr>
          <p:cNvPr id="175" name="Screenshot 2023-04-24 at 14.49.21.png" descr="Screenshot 2023-04-24 at 14.49.21.png"/>
          <p:cNvPicPr>
            <a:picLocks noChangeAspect="1"/>
          </p:cNvPicPr>
          <p:nvPr/>
        </p:nvPicPr>
        <p:blipFill>
          <a:blip r:embed="rId9"/>
          <a:srcRect r="5415"/>
          <a:stretch>
            <a:fillRect/>
          </a:stretch>
        </p:blipFill>
        <p:spPr>
          <a:xfrm>
            <a:off x="26557647" y="7197066"/>
            <a:ext cx="4762643" cy="4762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95" h="21600" extrusionOk="0">
                <a:moveTo>
                  <a:pt x="10297" y="0"/>
                </a:moveTo>
                <a:cubicBezTo>
                  <a:pt x="7662" y="0"/>
                  <a:pt x="5026" y="1054"/>
                  <a:pt x="3015" y="3163"/>
                </a:cubicBezTo>
                <a:cubicBezTo>
                  <a:pt x="1005" y="5271"/>
                  <a:pt x="0" y="8036"/>
                  <a:pt x="0" y="10800"/>
                </a:cubicBezTo>
                <a:cubicBezTo>
                  <a:pt x="0" y="13564"/>
                  <a:pt x="1005" y="16329"/>
                  <a:pt x="3015" y="18437"/>
                </a:cubicBezTo>
                <a:cubicBezTo>
                  <a:pt x="5026" y="20546"/>
                  <a:pt x="7662" y="21600"/>
                  <a:pt x="10297" y="21600"/>
                </a:cubicBezTo>
                <a:cubicBezTo>
                  <a:pt x="12932" y="21600"/>
                  <a:pt x="15568" y="20546"/>
                  <a:pt x="17579" y="18437"/>
                </a:cubicBezTo>
                <a:cubicBezTo>
                  <a:pt x="21600" y="14220"/>
                  <a:pt x="21600" y="7380"/>
                  <a:pt x="17579" y="3163"/>
                </a:cubicBezTo>
                <a:cubicBezTo>
                  <a:pt x="15568" y="1054"/>
                  <a:pt x="12932" y="0"/>
                  <a:pt x="10297" y="0"/>
                </a:cubicBezTo>
                <a:close/>
              </a:path>
            </a:pathLst>
          </a:custGeom>
          <a:ln w="3175">
            <a:miter lim="400000"/>
          </a:ln>
        </p:spPr>
      </p:pic>
      <p:sp>
        <p:nvSpPr>
          <p:cNvPr id="176" name="Name…"/>
          <p:cNvSpPr/>
          <p:nvPr/>
        </p:nvSpPr>
        <p:spPr>
          <a:xfrm>
            <a:off x="3786005" y="24407162"/>
            <a:ext cx="6241229" cy="5753101"/>
          </a:xfrm>
          <a:prstGeom prst="roundRect">
            <a:avLst>
              <a:gd name="adj" fmla="val 14256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Funktion</a:t>
            </a:r>
            <a:endParaRPr lang="fr-CH" dirty="0"/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/>
              <a:t>xxx</a:t>
            </a:r>
          </a:p>
        </p:txBody>
      </p:sp>
      <p:sp>
        <p:nvSpPr>
          <p:cNvPr id="177" name="You!"/>
          <p:cNvSpPr/>
          <p:nvPr/>
        </p:nvSpPr>
        <p:spPr>
          <a:xfrm>
            <a:off x="4525371" y="20248787"/>
            <a:ext cx="4762501" cy="4762501"/>
          </a:xfrm>
          <a:prstGeom prst="ellipse">
            <a:avLst/>
          </a:prstGeom>
          <a:solidFill>
            <a:srgbClr val="DE302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924" tIns="48924" rIns="48924" bIns="48924" anchor="ctr"/>
          <a:lstStyle>
            <a:lvl1pPr defTabSz="1886479">
              <a:defRPr sz="7000">
                <a:solidFill>
                  <a:srgbClr val="FFFFFF"/>
                </a:solidFill>
                <a:latin typeface="Speedee Bold"/>
                <a:ea typeface="Speedee Bold"/>
                <a:cs typeface="Speedee Bold"/>
                <a:sym typeface="Speedee Bold"/>
              </a:defRPr>
            </a:lvl1pPr>
          </a:lstStyle>
          <a:p>
            <a:r>
              <a:rPr lang="fr-CH" dirty="0"/>
              <a:t>Du</a:t>
            </a:r>
            <a:r>
              <a:rPr dirty="0"/>
              <a:t>!</a:t>
            </a:r>
          </a:p>
        </p:txBody>
      </p:sp>
      <p:sp>
        <p:nvSpPr>
          <p:cNvPr id="178" name="Jacinta Adams Your Crew Trainer…"/>
          <p:cNvSpPr/>
          <p:nvPr/>
        </p:nvSpPr>
        <p:spPr>
          <a:xfrm>
            <a:off x="33231453" y="13671874"/>
            <a:ext cx="6235701" cy="5750910"/>
          </a:xfrm>
          <a:prstGeom prst="roundRect">
            <a:avLst>
              <a:gd name="adj" fmla="val 14261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Dein.e</a:t>
            </a:r>
            <a:r>
              <a:rPr lang="fr-CH" dirty="0"/>
              <a:t> Crew Trainer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Lieblingsprodukt</a:t>
            </a:r>
            <a:endParaRPr lang="fr-CH" dirty="0"/>
          </a:p>
        </p:txBody>
      </p:sp>
      <p:pic>
        <p:nvPicPr>
          <p:cNvPr id="179" name="christina-wocintechchat-com-lFntEHwQvi4-unsplash.jpg" descr="christina-wocintechchat-com-lFntEHwQvi4-unsplash.jpg"/>
          <p:cNvPicPr>
            <a:picLocks noChangeAspect="1"/>
          </p:cNvPicPr>
          <p:nvPr/>
        </p:nvPicPr>
        <p:blipFill>
          <a:blip r:embed="rId10"/>
          <a:srcRect l="27549" t="2387" r="34978" b="41481"/>
          <a:stretch>
            <a:fillRect/>
          </a:stretch>
        </p:blipFill>
        <p:spPr>
          <a:xfrm>
            <a:off x="33968053" y="9648164"/>
            <a:ext cx="4762786" cy="47626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2" y="1005"/>
                  <a:pt x="2881" y="3015"/>
                </a:cubicBezTo>
                <a:cubicBezTo>
                  <a:pt x="-961" y="7037"/>
                  <a:pt x="-961" y="13558"/>
                  <a:pt x="2881" y="17579"/>
                </a:cubicBezTo>
                <a:cubicBezTo>
                  <a:pt x="6724" y="21600"/>
                  <a:pt x="12954" y="21600"/>
                  <a:pt x="16797" y="17579"/>
                </a:cubicBezTo>
                <a:cubicBezTo>
                  <a:pt x="20639" y="13558"/>
                  <a:pt x="20639" y="7037"/>
                  <a:pt x="16797" y="3015"/>
                </a:cubicBezTo>
                <a:cubicBezTo>
                  <a:pt x="14876" y="1005"/>
                  <a:pt x="12357" y="0"/>
                  <a:pt x="9839" y="0"/>
                </a:cubicBezTo>
                <a:close/>
              </a:path>
            </a:pathLst>
          </a:custGeom>
          <a:ln w="3175">
            <a:miter lim="400000"/>
          </a:ln>
        </p:spPr>
      </p:pic>
      <p:pic>
        <p:nvPicPr>
          <p:cNvPr id="180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0512" y="19847098"/>
            <a:ext cx="4204577" cy="4148528"/>
          </a:xfrm>
          <a:prstGeom prst="rect">
            <a:avLst/>
          </a:prstGeom>
          <a:ln w="3175">
            <a:miter lim="400000"/>
          </a:ln>
        </p:spPr>
      </p:pic>
      <p:pic>
        <p:nvPicPr>
          <p:cNvPr id="181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24754" y="7230231"/>
            <a:ext cx="3778792" cy="4148528"/>
          </a:xfrm>
          <a:prstGeom prst="rect">
            <a:avLst/>
          </a:prstGeom>
          <a:ln w="3175">
            <a:miter lim="400000"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300A91F-F724-4E91-9D85-0B47F16D6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5441" y="28435740"/>
            <a:ext cx="2525248" cy="2298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Danny McShane…"/>
          <p:cNvSpPr/>
          <p:nvPr/>
        </p:nvSpPr>
        <p:spPr>
          <a:xfrm>
            <a:off x="8534554" y="20475281"/>
            <a:ext cx="6323042" cy="5750911"/>
          </a:xfrm>
          <a:prstGeom prst="roundRect">
            <a:avLst>
              <a:gd name="adj" fmla="val 14273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Dein.e</a:t>
            </a:r>
            <a:r>
              <a:rPr lang="fr-CH" dirty="0"/>
              <a:t> Restaurant Manager.in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Lieblingsprodukt</a:t>
            </a:r>
            <a:endParaRPr lang="fr-CH" dirty="0"/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endParaRPr lang="fr-CH" dirty="0"/>
          </a:p>
        </p:txBody>
      </p:sp>
      <p:pic>
        <p:nvPicPr>
          <p:cNvPr id="184" name="linkedin-sales-solutions-W3Jl3jREpDY-unsplash.jpg" descr="linkedin-sales-solutions-W3Jl3jREpDY-unsplash.jpg"/>
          <p:cNvPicPr>
            <a:picLocks noChangeAspect="1"/>
          </p:cNvPicPr>
          <p:nvPr/>
        </p:nvPicPr>
        <p:blipFill>
          <a:blip r:embed="rId3"/>
          <a:srcRect l="61832" t="25613" r="14986" b="39615"/>
          <a:stretch>
            <a:fillRect/>
          </a:stretch>
        </p:blipFill>
        <p:spPr>
          <a:xfrm>
            <a:off x="8534554" y="14763578"/>
            <a:ext cx="6347398" cy="63473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40" y="0"/>
                </a:moveTo>
                <a:cubicBezTo>
                  <a:pt x="7321" y="0"/>
                  <a:pt x="4803" y="1005"/>
                  <a:pt x="2882" y="3016"/>
                </a:cubicBezTo>
                <a:cubicBezTo>
                  <a:pt x="-961" y="7037"/>
                  <a:pt x="-961" y="13557"/>
                  <a:pt x="2882" y="17579"/>
                </a:cubicBezTo>
                <a:cubicBezTo>
                  <a:pt x="6724" y="21600"/>
                  <a:pt x="12954" y="21600"/>
                  <a:pt x="16796" y="17579"/>
                </a:cubicBezTo>
                <a:cubicBezTo>
                  <a:pt x="20639" y="13557"/>
                  <a:pt x="20639" y="7037"/>
                  <a:pt x="16796" y="3016"/>
                </a:cubicBezTo>
                <a:cubicBezTo>
                  <a:pt x="14875" y="1005"/>
                  <a:pt x="12358" y="0"/>
                  <a:pt x="9840" y="0"/>
                </a:cubicBezTo>
                <a:close/>
              </a:path>
            </a:pathLst>
          </a:custGeom>
          <a:ln w="3175">
            <a:miter lim="400000"/>
          </a:ln>
        </p:spPr>
      </p:pic>
      <p:grpSp>
        <p:nvGrpSpPr>
          <p:cNvPr id="187" name="Group"/>
          <p:cNvGrpSpPr/>
          <p:nvPr/>
        </p:nvGrpSpPr>
        <p:grpSpPr>
          <a:xfrm>
            <a:off x="-27022" y="-68608"/>
            <a:ext cx="44605644" cy="9516751"/>
            <a:chOff x="0" y="0"/>
            <a:chExt cx="44605643" cy="9516749"/>
          </a:xfrm>
        </p:grpSpPr>
        <p:sp>
          <p:nvSpPr>
            <p:cNvPr id="185" name="Rectangle"/>
            <p:cNvSpPr/>
            <p:nvPr/>
          </p:nvSpPr>
          <p:spPr>
            <a:xfrm>
              <a:off x="0" y="0"/>
              <a:ext cx="44605644" cy="7886843"/>
            </a:xfrm>
            <a:prstGeom prst="rect">
              <a:avLst/>
            </a:prstGeom>
            <a:solidFill>
              <a:srgbClr val="FDBD00"/>
            </a:solidFill>
            <a:ln w="3175" cap="flat">
              <a:noFill/>
              <a:miter lim="400000"/>
            </a:ln>
            <a:effectLst/>
          </p:spPr>
          <p:txBody>
            <a:bodyPr wrap="square" lIns="48924" tIns="48924" rIns="48924" bIns="48924" numCol="1" anchor="ctr">
              <a:noAutofit/>
            </a:bodyPr>
            <a:lstStyle/>
            <a:p>
              <a:pPr defTabSz="1886479">
                <a:defRPr sz="6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186" name="Image" descr="Image"/>
            <p:cNvPicPr>
              <a:picLocks noChangeAspect="1"/>
            </p:cNvPicPr>
            <p:nvPr/>
          </p:nvPicPr>
          <p:blipFill>
            <a:blip r:embed="rId4"/>
            <a:srcRect t="57147"/>
            <a:stretch>
              <a:fillRect/>
            </a:stretch>
          </p:blipFill>
          <p:spPr>
            <a:xfrm flipH="1">
              <a:off x="3738888" y="5079206"/>
              <a:ext cx="36401202" cy="443754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</p:grpSp>
      <p:sp>
        <p:nvSpPr>
          <p:cNvPr id="188" name="Who’s in the crew!"/>
          <p:cNvSpPr txBox="1"/>
          <p:nvPr/>
        </p:nvSpPr>
        <p:spPr>
          <a:xfrm>
            <a:off x="1276869" y="1793399"/>
            <a:ext cx="27840878" cy="87190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algn="l" defTabSz="2438338">
              <a:lnSpc>
                <a:spcPct val="70000"/>
              </a:lnSpc>
              <a:defRPr sz="20000">
                <a:solidFill>
                  <a:srgbClr val="191919"/>
                </a:solidFill>
                <a:latin typeface="Speedee Bold"/>
                <a:ea typeface="Speedee Bold"/>
                <a:cs typeface="Speedee Bold"/>
                <a:sym typeface="Speedee Bold"/>
              </a:defRPr>
            </a:lvl1pPr>
          </a:lstStyle>
          <a:p>
            <a:r>
              <a:rPr lang="fr-CH" dirty="0" err="1"/>
              <a:t>Wer</a:t>
            </a:r>
            <a:r>
              <a:rPr lang="fr-CH" dirty="0"/>
              <a:t> </a:t>
            </a:r>
            <a:r>
              <a:rPr lang="fr-CH" dirty="0" err="1"/>
              <a:t>gehört</a:t>
            </a:r>
            <a:r>
              <a:rPr lang="fr-CH" dirty="0"/>
              <a:t> </a:t>
            </a:r>
            <a:r>
              <a:rPr lang="fr-CH" dirty="0" err="1"/>
              <a:t>zum</a:t>
            </a:r>
            <a:r>
              <a:rPr lang="fr-CH" dirty="0"/>
              <a:t> Team</a:t>
            </a:r>
            <a:r>
              <a:rPr dirty="0"/>
              <a:t>!</a:t>
            </a:r>
          </a:p>
        </p:txBody>
      </p:sp>
      <p:sp>
        <p:nvSpPr>
          <p:cNvPr id="191" name="Welcome to our crew! Here are some of the key people  you’ll be working with during your first weeks at McDonald’s"/>
          <p:cNvSpPr txBox="1"/>
          <p:nvPr/>
        </p:nvSpPr>
        <p:spPr>
          <a:xfrm>
            <a:off x="1380705" y="3945424"/>
            <a:ext cx="29152736" cy="296271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algn="l" defTabSz="457200">
              <a:lnSpc>
                <a:spcPct val="90000"/>
              </a:lnSpc>
              <a:spcBef>
                <a:spcPts val="1500"/>
              </a:spcBef>
              <a:defRPr sz="68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de-DE" dirty="0"/>
              <a:t>Willkommen in unserem Team! Hier sind einige der wichtigsten Personen, mit denen du während deiner ersten Wochen bei McDonald's zusammenarbeiten wirst</a:t>
            </a:r>
          </a:p>
        </p:txBody>
      </p:sp>
      <p:pic>
        <p:nvPicPr>
          <p:cNvPr id="192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183" y="22402510"/>
            <a:ext cx="6653070" cy="6564381"/>
          </a:xfrm>
          <a:prstGeom prst="rect">
            <a:avLst/>
          </a:prstGeom>
          <a:ln w="3175">
            <a:miter lim="400000"/>
          </a:ln>
        </p:spPr>
      </p:pic>
      <p:sp>
        <p:nvSpPr>
          <p:cNvPr id="193" name="Amara Patel Your Buddy…"/>
          <p:cNvSpPr/>
          <p:nvPr/>
        </p:nvSpPr>
        <p:spPr>
          <a:xfrm>
            <a:off x="15573740" y="15674681"/>
            <a:ext cx="6350001" cy="5750911"/>
          </a:xfrm>
          <a:prstGeom prst="roundRect">
            <a:avLst>
              <a:gd name="adj" fmla="val 14261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Dein.e</a:t>
            </a:r>
            <a:r>
              <a:rPr lang="fr-CH" dirty="0"/>
              <a:t> Buddy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Lieblingsprodukt</a:t>
            </a:r>
            <a:endParaRPr lang="fr-CH" dirty="0"/>
          </a:p>
        </p:txBody>
      </p:sp>
      <p:pic>
        <p:nvPicPr>
          <p:cNvPr id="194" name="Screenshot 2023-04-26 at 16.06.34.png" descr="Screenshot 2023-04-26 at 16.06.34.png"/>
          <p:cNvPicPr>
            <a:picLocks noChangeAspect="1"/>
          </p:cNvPicPr>
          <p:nvPr/>
        </p:nvPicPr>
        <p:blipFill>
          <a:blip r:embed="rId6"/>
          <a:srcRect l="3141" t="3433" r="3141" b="3432"/>
          <a:stretch>
            <a:fillRect/>
          </a:stretch>
        </p:blipFill>
        <p:spPr>
          <a:xfrm>
            <a:off x="15573625" y="9913347"/>
            <a:ext cx="6350117" cy="63500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3" y="1005"/>
                  <a:pt x="2881" y="3016"/>
                </a:cubicBezTo>
                <a:cubicBezTo>
                  <a:pt x="-961" y="7037"/>
                  <a:pt x="-961" y="13557"/>
                  <a:pt x="2881" y="17579"/>
                </a:cubicBezTo>
                <a:cubicBezTo>
                  <a:pt x="6724" y="21600"/>
                  <a:pt x="12954" y="21600"/>
                  <a:pt x="16797" y="17579"/>
                </a:cubicBezTo>
                <a:cubicBezTo>
                  <a:pt x="20639" y="13557"/>
                  <a:pt x="20639" y="7037"/>
                  <a:pt x="16797" y="3016"/>
                </a:cubicBezTo>
                <a:cubicBezTo>
                  <a:pt x="14875" y="1005"/>
                  <a:pt x="12357" y="0"/>
                  <a:pt x="9839" y="0"/>
                </a:cubicBezTo>
                <a:close/>
              </a:path>
            </a:pathLst>
          </a:custGeom>
          <a:ln w="3175">
            <a:miter lim="400000"/>
          </a:ln>
        </p:spPr>
      </p:pic>
      <p:sp>
        <p:nvSpPr>
          <p:cNvPr id="195" name="Jacinta Adams Your Crew Trainer…"/>
          <p:cNvSpPr/>
          <p:nvPr/>
        </p:nvSpPr>
        <p:spPr>
          <a:xfrm>
            <a:off x="29692553" y="15704318"/>
            <a:ext cx="6323043" cy="5750911"/>
          </a:xfrm>
          <a:prstGeom prst="roundRect">
            <a:avLst>
              <a:gd name="adj" fmla="val 14273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Dein.e</a:t>
            </a:r>
            <a:r>
              <a:rPr lang="fr-CH" dirty="0"/>
              <a:t> Crew Trainer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Lieblingsprodukt</a:t>
            </a:r>
            <a:endParaRPr lang="fr-CH" dirty="0"/>
          </a:p>
        </p:txBody>
      </p:sp>
      <p:pic>
        <p:nvPicPr>
          <p:cNvPr id="196" name="christina-wocintechchat-com-lFntEHwQvi4-unsplash.jpg" descr="christina-wocintechchat-com-lFntEHwQvi4-unsplash.jpg"/>
          <p:cNvPicPr>
            <a:picLocks noChangeAspect="1"/>
          </p:cNvPicPr>
          <p:nvPr/>
        </p:nvPicPr>
        <p:blipFill>
          <a:blip r:embed="rId7"/>
          <a:srcRect l="27550" t="2387" r="34979" b="41482"/>
          <a:stretch>
            <a:fillRect/>
          </a:stretch>
        </p:blipFill>
        <p:spPr>
          <a:xfrm>
            <a:off x="29665478" y="9913347"/>
            <a:ext cx="6350117" cy="63500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3" y="1005"/>
                  <a:pt x="2881" y="3016"/>
                </a:cubicBezTo>
                <a:cubicBezTo>
                  <a:pt x="-961" y="7037"/>
                  <a:pt x="-961" y="13557"/>
                  <a:pt x="2881" y="17579"/>
                </a:cubicBezTo>
                <a:cubicBezTo>
                  <a:pt x="6724" y="21600"/>
                  <a:pt x="12954" y="21600"/>
                  <a:pt x="16797" y="17579"/>
                </a:cubicBezTo>
                <a:cubicBezTo>
                  <a:pt x="20639" y="13557"/>
                  <a:pt x="20639" y="7037"/>
                  <a:pt x="16797" y="3016"/>
                </a:cubicBezTo>
                <a:cubicBezTo>
                  <a:pt x="14875" y="1005"/>
                  <a:pt x="12357" y="0"/>
                  <a:pt x="9839" y="0"/>
                </a:cubicBezTo>
                <a:close/>
              </a:path>
            </a:pathLst>
          </a:custGeom>
          <a:ln w="3175">
            <a:miter lim="400000"/>
          </a:ln>
        </p:spPr>
      </p:pic>
      <p:sp>
        <p:nvSpPr>
          <p:cNvPr id="197" name="Mo Al-Sayed…"/>
          <p:cNvSpPr/>
          <p:nvPr/>
        </p:nvSpPr>
        <p:spPr>
          <a:xfrm>
            <a:off x="36731739" y="20484138"/>
            <a:ext cx="6350001" cy="5750911"/>
          </a:xfrm>
          <a:prstGeom prst="roundRect">
            <a:avLst>
              <a:gd name="adj" fmla="val 14261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Dein.e</a:t>
            </a:r>
            <a:r>
              <a:rPr lang="fr-CH" dirty="0"/>
              <a:t> Lizenznehmer.in/Consultant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Lieblingsprodukt</a:t>
            </a:r>
            <a:endParaRPr dirty="0"/>
          </a:p>
        </p:txBody>
      </p:sp>
      <p:pic>
        <p:nvPicPr>
          <p:cNvPr id="198" name="yusron-el-jihan-YRJsMa72UDw-unsplash.jpg" descr="yusron-el-jihan-YRJsMa72UDw-unsplash.jpg"/>
          <p:cNvPicPr>
            <a:picLocks noChangeAspect="1"/>
          </p:cNvPicPr>
          <p:nvPr/>
        </p:nvPicPr>
        <p:blipFill>
          <a:blip r:embed="rId8"/>
          <a:srcRect l="18840" t="7634" r="18840" b="50816"/>
          <a:stretch>
            <a:fillRect/>
          </a:stretch>
        </p:blipFill>
        <p:spPr>
          <a:xfrm>
            <a:off x="36737311" y="14760828"/>
            <a:ext cx="6350117" cy="63500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extrusionOk="0">
                <a:moveTo>
                  <a:pt x="9839" y="0"/>
                </a:moveTo>
                <a:cubicBezTo>
                  <a:pt x="7321" y="0"/>
                  <a:pt x="4803" y="1005"/>
                  <a:pt x="2881" y="3016"/>
                </a:cubicBezTo>
                <a:cubicBezTo>
                  <a:pt x="-961" y="7037"/>
                  <a:pt x="-961" y="13557"/>
                  <a:pt x="2881" y="17579"/>
                </a:cubicBezTo>
                <a:cubicBezTo>
                  <a:pt x="6724" y="21600"/>
                  <a:pt x="12954" y="21600"/>
                  <a:pt x="16797" y="17579"/>
                </a:cubicBezTo>
                <a:cubicBezTo>
                  <a:pt x="20639" y="13557"/>
                  <a:pt x="20639" y="7037"/>
                  <a:pt x="16797" y="3016"/>
                </a:cubicBezTo>
                <a:cubicBezTo>
                  <a:pt x="14875" y="1005"/>
                  <a:pt x="12357" y="0"/>
                  <a:pt x="9839" y="0"/>
                </a:cubicBezTo>
                <a:close/>
              </a:path>
            </a:pathLst>
          </a:custGeom>
          <a:ln w="3175">
            <a:miter lim="400000"/>
          </a:ln>
        </p:spPr>
      </p:pic>
      <p:sp>
        <p:nvSpPr>
          <p:cNvPr id="199" name="Danny McShane…"/>
          <p:cNvSpPr/>
          <p:nvPr/>
        </p:nvSpPr>
        <p:spPr>
          <a:xfrm>
            <a:off x="22639886" y="20486650"/>
            <a:ext cx="6323042" cy="5750910"/>
          </a:xfrm>
          <a:prstGeom prst="roundRect">
            <a:avLst>
              <a:gd name="adj" fmla="val 14273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Dein.e</a:t>
            </a:r>
            <a:r>
              <a:rPr lang="fr-CH" dirty="0"/>
              <a:t> Shift Leader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Lieblingsprodukt</a:t>
            </a:r>
            <a:endParaRPr dirty="0"/>
          </a:p>
        </p:txBody>
      </p:sp>
      <p:pic>
        <p:nvPicPr>
          <p:cNvPr id="200" name="Screenshot 2023-04-24 at 14.49.21.png" descr="Screenshot 2023-04-24 at 14.49.21.png"/>
          <p:cNvPicPr>
            <a:picLocks noChangeAspect="1"/>
          </p:cNvPicPr>
          <p:nvPr/>
        </p:nvPicPr>
        <p:blipFill>
          <a:blip r:embed="rId9"/>
          <a:srcRect r="5417"/>
          <a:stretch>
            <a:fillRect/>
          </a:stretch>
        </p:blipFill>
        <p:spPr>
          <a:xfrm>
            <a:off x="22612870" y="14760888"/>
            <a:ext cx="6350060" cy="6349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95" h="21600" extrusionOk="0">
                <a:moveTo>
                  <a:pt x="10297" y="0"/>
                </a:moveTo>
                <a:cubicBezTo>
                  <a:pt x="7662" y="0"/>
                  <a:pt x="5026" y="1054"/>
                  <a:pt x="3016" y="3163"/>
                </a:cubicBezTo>
                <a:cubicBezTo>
                  <a:pt x="1005" y="5272"/>
                  <a:pt x="0" y="8036"/>
                  <a:pt x="0" y="10800"/>
                </a:cubicBezTo>
                <a:cubicBezTo>
                  <a:pt x="0" y="13564"/>
                  <a:pt x="1005" y="16328"/>
                  <a:pt x="3016" y="18437"/>
                </a:cubicBezTo>
                <a:cubicBezTo>
                  <a:pt x="5026" y="20546"/>
                  <a:pt x="7662" y="21600"/>
                  <a:pt x="10297" y="21600"/>
                </a:cubicBezTo>
                <a:cubicBezTo>
                  <a:pt x="12933" y="21600"/>
                  <a:pt x="15568" y="20546"/>
                  <a:pt x="17579" y="18437"/>
                </a:cubicBezTo>
                <a:cubicBezTo>
                  <a:pt x="21600" y="14219"/>
                  <a:pt x="21600" y="7381"/>
                  <a:pt x="17579" y="3163"/>
                </a:cubicBezTo>
                <a:cubicBezTo>
                  <a:pt x="15568" y="1054"/>
                  <a:pt x="12933" y="0"/>
                  <a:pt x="10297" y="0"/>
                </a:cubicBezTo>
                <a:close/>
              </a:path>
            </a:pathLst>
          </a:custGeom>
          <a:ln w="3175">
            <a:miter lim="400000"/>
          </a:ln>
        </p:spPr>
      </p:pic>
      <p:sp>
        <p:nvSpPr>
          <p:cNvPr id="201" name="We’re all looking forward to working with you!"/>
          <p:cNvSpPr/>
          <p:nvPr/>
        </p:nvSpPr>
        <p:spPr>
          <a:xfrm>
            <a:off x="30528576" y="4765433"/>
            <a:ext cx="12569203" cy="4768351"/>
          </a:xfrm>
          <a:prstGeom prst="roundRect">
            <a:avLst>
              <a:gd name="adj" fmla="val 16105"/>
            </a:avLst>
          </a:prstGeom>
          <a:solidFill>
            <a:srgbClr val="DE302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35000" tIns="635000" rIns="635000" bIns="635000" anchor="ctr"/>
          <a:lstStyle/>
          <a:p>
            <a:pPr defTabSz="457200">
              <a:lnSpc>
                <a:spcPct val="90000"/>
              </a:lnSpc>
              <a:defRPr sz="7000">
                <a:solidFill>
                  <a:srgbClr val="FFFFFF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de-DE" dirty="0"/>
              <a:t>Wir freuen uns sehr auf die Zusammenarbeit mit dir</a:t>
            </a:r>
            <a:endParaRPr lang="fr-CH" dirty="0"/>
          </a:p>
        </p:txBody>
      </p:sp>
      <p:pic>
        <p:nvPicPr>
          <p:cNvPr id="202" name="Image" descr="Image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8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34639277" y="9019506"/>
            <a:ext cx="1387464" cy="2064802"/>
          </a:xfrm>
          <a:prstGeom prst="rect">
            <a:avLst/>
          </a:prstGeom>
          <a:ln w="3175">
            <a:miter lim="400000"/>
          </a:ln>
        </p:spPr>
      </p:pic>
      <p:sp>
        <p:nvSpPr>
          <p:cNvPr id="203" name="Name…"/>
          <p:cNvSpPr/>
          <p:nvPr/>
        </p:nvSpPr>
        <p:spPr>
          <a:xfrm>
            <a:off x="1481887" y="15674681"/>
            <a:ext cx="6323043" cy="5750911"/>
          </a:xfrm>
          <a:prstGeom prst="roundRect">
            <a:avLst>
              <a:gd name="adj" fmla="val 14273"/>
            </a:avLst>
          </a:prstGeom>
          <a:solidFill>
            <a:srgbClr val="FDBD0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90500" tIns="190500" rIns="190500" bIns="190500" anchor="ctr"/>
          <a:lstStyle/>
          <a:p>
            <a:pPr defTabSz="457200">
              <a:lnSpc>
                <a:spcPct val="80000"/>
              </a:lnSpc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>
                <a:latin typeface="Speedee Bold"/>
                <a:ea typeface="Speedee Bold"/>
                <a:cs typeface="Speedee Bold"/>
                <a:sym typeface="Speedee Bold"/>
              </a:rPr>
              <a:t>Vorname</a:t>
            </a:r>
            <a:r>
              <a:rPr lang="fr-CH" dirty="0">
                <a:latin typeface="Speedee Bold"/>
                <a:ea typeface="Speedee Bold"/>
                <a:cs typeface="Speedee Bold"/>
                <a:sym typeface="Speedee Bold"/>
              </a:rPr>
              <a:t> Name</a:t>
            </a:r>
          </a:p>
          <a:p>
            <a:pPr defTabSz="457200">
              <a:lnSpc>
                <a:spcPct val="80000"/>
              </a:lnSpc>
              <a:spcBef>
                <a:spcPts val="2000"/>
              </a:spcBef>
              <a:defRPr sz="5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 err="1"/>
              <a:t>Funktion</a:t>
            </a:r>
            <a:endParaRPr lang="fr-CH" dirty="0"/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 Bold"/>
                <a:ea typeface="Speedee Bold"/>
                <a:cs typeface="Speedee Bold"/>
                <a:sym typeface="Speedee Bold"/>
              </a:defRPr>
            </a:pPr>
            <a:r>
              <a:rPr lang="fr-CH" dirty="0"/>
              <a:t>Fan von: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r>
              <a:rPr lang="fr-CH" dirty="0"/>
              <a:t>xxx</a:t>
            </a:r>
          </a:p>
          <a:p>
            <a:pPr defTabSz="457200">
              <a:lnSpc>
                <a:spcPct val="80000"/>
              </a:lnSpc>
              <a:defRPr sz="4000">
                <a:solidFill>
                  <a:srgbClr val="000000"/>
                </a:solidFill>
                <a:latin typeface="Speedee-Regular"/>
                <a:ea typeface="Speedee-Regular"/>
                <a:cs typeface="Speedee-Regular"/>
                <a:sym typeface="Speedee-Regular"/>
              </a:defRPr>
            </a:pPr>
            <a:endParaRPr dirty="0"/>
          </a:p>
        </p:txBody>
      </p:sp>
      <p:sp>
        <p:nvSpPr>
          <p:cNvPr id="204" name="You!"/>
          <p:cNvSpPr/>
          <p:nvPr/>
        </p:nvSpPr>
        <p:spPr>
          <a:xfrm>
            <a:off x="1481887" y="9913347"/>
            <a:ext cx="6355018" cy="6355018"/>
          </a:xfrm>
          <a:prstGeom prst="ellipse">
            <a:avLst/>
          </a:prstGeom>
          <a:solidFill>
            <a:srgbClr val="DE302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8924" tIns="48924" rIns="48924" bIns="48924" anchor="ctr"/>
          <a:lstStyle>
            <a:lvl1pPr defTabSz="1886479">
              <a:defRPr sz="7000">
                <a:solidFill>
                  <a:srgbClr val="FFFFFF"/>
                </a:solidFill>
                <a:latin typeface="Speedee Bold"/>
                <a:ea typeface="Speedee Bold"/>
                <a:cs typeface="Speedee Bold"/>
                <a:sym typeface="Speedee Bold"/>
              </a:defRPr>
            </a:lvl1pPr>
          </a:lstStyle>
          <a:p>
            <a:r>
              <a:rPr lang="fr-CH" dirty="0"/>
              <a:t>Du</a:t>
            </a:r>
            <a:r>
              <a:rPr dirty="0"/>
              <a:t>!</a:t>
            </a:r>
          </a:p>
        </p:txBody>
      </p:sp>
      <p:pic>
        <p:nvPicPr>
          <p:cNvPr id="205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42791" y="9074825"/>
            <a:ext cx="4682817" cy="5141008"/>
          </a:xfrm>
          <a:prstGeom prst="rect">
            <a:avLst/>
          </a:prstGeom>
          <a:ln w="3175">
            <a:miter lim="400000"/>
          </a:ln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FEFCA232-43DF-48A7-9D18-60A954488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5441" y="28435740"/>
            <a:ext cx="2525248" cy="2298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48924" tIns="48924" rIns="48924" bIns="48924" numCol="1" spcCol="38100" rtlCol="0" anchor="ctr">
        <a:spAutoFit/>
      </a:bodyPr>
      <a:lstStyle>
        <a:defPPr marL="0" marR="0" indent="0" algn="ctr" defTabSz="188647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48924" tIns="48924" rIns="48924" bIns="48924" numCol="1" spcCol="38100" rtlCol="0" anchor="ctr">
        <a:spAutoFit/>
      </a:bodyPr>
      <a:lstStyle>
        <a:defPPr marL="0" marR="0" indent="0" algn="ctr" defTabSz="559914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48924" tIns="48924" rIns="48924" bIns="48924" numCol="1" spcCol="38100" rtlCol="0" anchor="ctr">
        <a:spAutoFit/>
      </a:bodyPr>
      <a:lstStyle>
        <a:defPPr marL="0" marR="0" indent="0" algn="ctr" defTabSz="188647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48924" tIns="48924" rIns="48924" bIns="48924" numCol="1" spcCol="38100" rtlCol="0" anchor="ctr">
        <a:spAutoFit/>
      </a:bodyPr>
      <a:lstStyle>
        <a:defPPr marL="0" marR="0" indent="0" algn="ctr" defTabSz="559914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c5811d-b2a7-4531-ae5f-e7afbd33a251" xsi:nil="true"/>
    <lcf76f155ced4ddcb4097134ff3c332f xmlns="57d6efb9-c1d5-45b4-9096-cb6806b9251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47ADFAB850AD498074DEA028383FDB" ma:contentTypeVersion="15" ma:contentTypeDescription="Create a new document." ma:contentTypeScope="" ma:versionID="744461b1d08af4f8c8a3228b617e5634">
  <xsd:schema xmlns:xsd="http://www.w3.org/2001/XMLSchema" xmlns:xs="http://www.w3.org/2001/XMLSchema" xmlns:p="http://schemas.microsoft.com/office/2006/metadata/properties" xmlns:ns2="57d6efb9-c1d5-45b4-9096-cb6806b92519" xmlns:ns3="4dc5811d-b2a7-4531-ae5f-e7afbd33a251" targetNamespace="http://schemas.microsoft.com/office/2006/metadata/properties" ma:root="true" ma:fieldsID="ce3cbcdaadffcaa81d003bf55f44e781" ns2:_="" ns3:_="">
    <xsd:import namespace="57d6efb9-c1d5-45b4-9096-cb6806b92519"/>
    <xsd:import namespace="4dc5811d-b2a7-4531-ae5f-e7afbd33a2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d6efb9-c1d5-45b4-9096-cb6806b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1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0576126-1159-4e35-a2bd-9606b6c67a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c5811d-b2a7-4531-ae5f-e7afbd33a25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e61eebd-8934-4335-bd95-11c4208f3b5c}" ma:internalName="TaxCatchAll" ma:showField="CatchAllData" ma:web="4dc5811d-b2a7-4531-ae5f-e7afbd33a2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B83E31-A758-4A83-963C-29C771D3F3FD}">
  <ds:schemaRefs>
    <ds:schemaRef ds:uri="http://purl.org/dc/dcmitype/"/>
    <ds:schemaRef ds:uri="http://schemas.microsoft.com/office/2006/metadata/properties"/>
    <ds:schemaRef ds:uri="57d6efb9-c1d5-45b4-9096-cb6806b92519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4dc5811d-b2a7-4531-ae5f-e7afbd33a25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ED31B38-258A-4152-9F49-55FE700782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B830A3-196E-4A66-898D-36B7A77B9AF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Custom</PresentationFormat>
  <Paragraphs>76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Helvetica Neue</vt:lpstr>
      <vt:lpstr>Helvetica Neue Medium</vt:lpstr>
      <vt:lpstr>Speedee Bold</vt:lpstr>
      <vt:lpstr>Speedee-Regular</vt:lpstr>
      <vt:lpstr>21_BasicWhite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Cotting Sarah</dc:creator>
  <cp:lastModifiedBy>Stritzelberger Magali</cp:lastModifiedBy>
  <cp:revision>4</cp:revision>
  <dcterms:modified xsi:type="dcterms:W3CDTF">2023-06-27T16:42:14Z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0x0101003547ADFAB850AD498074DEA028383FDB</vt:lpwstr>
  </property>
  <property fmtid="{D5CDD505-2E9C-101B-9397-08002B2CF9AE}" pid="3" name="MediaServiceImageTags">
    <vt:lpwstr/>
  </property>
</Properties>
</file>